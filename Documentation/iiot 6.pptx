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286000"/>
            <a:ext cx="2011680" cy="2011680"/>
          </a:xfrm>
          <a:prstGeom prst="ellipse">
            <a:avLst/>
          </a:prstGeom>
          <a:solidFill>
            <a:srgbClr val="FF6B00">
              <a:alpha val="15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8C00"/>
                </a:solidFill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DBD"/>
                </a:solidFill>
              </a:rPr>
              <a:t>Software Engineering Project — Final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</a:rPr>
              <a:t>A Web Application Using YOLOv8 / SSD + Python Flask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290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00"/>
                </a:solidFill>
              </a:rPr>
              <a:t>YOLOv8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29968" y="34290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34290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00"/>
                </a:solidFill>
              </a:rPr>
              <a:t>SSD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94176" y="34290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34290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00"/>
                </a:solidFill>
              </a:rPr>
              <a:t>Flask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58384" y="34290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34290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00"/>
                </a:solidFill>
              </a:rPr>
              <a:t>OpenCV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22592" y="34290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34290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00"/>
                </a:solidFill>
              </a:rPr>
              <a:t>Deep Learning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BDBD"/>
                </a:solidFill>
              </a:rPr>
              <a:t>Academic Year 2024–25  |  B.Tech Final Year Project  |  Guided by: [Faculty Name]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What we will cover 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051560"/>
            <a:ext cx="34747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088136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Introduction &amp; Problem Statement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50292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801368"/>
            <a:ext cx="34747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837944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Project Objectives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51176"/>
            <a:ext cx="50292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551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2551176"/>
            <a:ext cx="34747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2587752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00984"/>
            <a:ext cx="50292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3300984"/>
            <a:ext cx="34747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33375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System Architecture &amp; Data Flow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50792"/>
            <a:ext cx="50292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" y="4050792"/>
            <a:ext cx="34747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087368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Functional Requirements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051560"/>
            <a:ext cx="50292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57800" y="1051560"/>
            <a:ext cx="34747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49240" y="1088136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Non-Functional Requirements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801368"/>
            <a:ext cx="50292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57800" y="1801368"/>
            <a:ext cx="34747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49240" y="1837944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Module Breakdown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551176"/>
            <a:ext cx="50292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63440" y="2551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257800" y="2551176"/>
            <a:ext cx="34747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49240" y="2587752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300984"/>
            <a:ext cx="502920" cy="5029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</a:rPr>
              <a:t>09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257800" y="3300984"/>
            <a:ext cx="3474720" cy="502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49240" y="33375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Conclusion &amp; Q&amp;A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00"/>
                </a:solidFill>
              </a:rPr>
              <a:t>&amp; Problem Statement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5"/>
                </a:solidFill>
              </a:rPr>
              <a:t>Object detection is a key task in computer vision used to identify and locate objects in images or video streams.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5"/>
                </a:solidFill>
              </a:rPr>
              <a:t>Modern deep learning models like YOLOv8 and SSD have made real-time detection feasible even on commodity hardware.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5"/>
                </a:solidFill>
              </a:rPr>
              <a:t>This project bridges AI research with practical web-based deployment using Python Flask.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97680" cy="38404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36192"/>
            <a:ext cx="201168" cy="201168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14813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Traditional systems lack real-time inference in web environments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139696"/>
            <a:ext cx="201168" cy="201168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47488" y="20848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No easy-to-use browser interface for live camera detection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201168" cy="201168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5" name="Text 13"/>
          <p:cNvSpPr/>
          <p:nvPr/>
        </p:nvSpPr>
        <p:spPr>
          <a:xfrm>
            <a:off x="5047488" y="26883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Switching between multiple detection models is complex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346704"/>
            <a:ext cx="201168" cy="201168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47488" y="3291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Lack of integrated image and video upload support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950208"/>
            <a:ext cx="201168" cy="201168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38953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Confidence scores not visualized for end users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Core goals driving the development of this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1097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043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Camera 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Capture and process real-time webcam/IP camera frames using YOLOv8 or SSD at ≥15 FPS on CPU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05840"/>
            <a:ext cx="2743200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17043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76D2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10128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Web-Based Interface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8105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Provide an accessible, responsive browser interface for detection without installation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00584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05840"/>
            <a:ext cx="2743200" cy="1097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17043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54496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Flexibility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18105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Allow dynamic switching between YOLOv8 and SSD models at runtime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743200" cy="1097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90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5760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Media Upload Support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7307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Process uploaded JPG/PNG images and MP4/AVI video files with full annotation output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292608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926080"/>
            <a:ext cx="2743200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3090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76D2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10128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Annotated Output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7307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Display bounding boxes, object labels, and confidence scores on every detection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63056" y="292608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926080"/>
            <a:ext cx="2743200" cy="1097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3090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54496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Scalable Deployment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54496" y="37307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Support multi-user access via Flask server with ≥99% uptime and secure file handling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Tools, frameworks and libraries powering this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1498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17904"/>
            <a:ext cx="54864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435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 3.10+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3160" y="1435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Core language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54864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837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Flask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1837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Web framework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22576"/>
            <a:ext cx="54864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OpenCV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316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Frame capture &amp; I/O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1498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AI / ML Models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517904"/>
            <a:ext cx="54864" cy="20116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1435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Ultralytics YOLOv8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1435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Primary detection model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54864" cy="20116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4" name="Text 22"/>
          <p:cNvSpPr/>
          <p:nvPr/>
        </p:nvSpPr>
        <p:spPr>
          <a:xfrm>
            <a:off x="5001768" y="1837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SSD (MobileNet)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1837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Alternate detection model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322576"/>
            <a:ext cx="54864" cy="20116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7" name="Text 25"/>
          <p:cNvSpPr/>
          <p:nvPr/>
        </p:nvSpPr>
        <p:spPr>
          <a:xfrm>
            <a:off x="5001768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PyTorch / TF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Model backends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71800"/>
            <a:ext cx="41148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0266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Frontend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3529584"/>
            <a:ext cx="54864" cy="20116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3447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HTML5 / CSS3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423160" y="3447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Page structure &amp; styling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931920"/>
            <a:ext cx="54864" cy="20116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3849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JavaScript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423160" y="3849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Real-time stream handling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4334256"/>
            <a:ext cx="54864" cy="20116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Jinja2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423160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Flask templating engine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971800"/>
            <a:ext cx="4114800" cy="3474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0266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3529584"/>
            <a:ext cx="54864" cy="20116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5" name="Text 43"/>
          <p:cNvSpPr/>
          <p:nvPr/>
        </p:nvSpPr>
        <p:spPr>
          <a:xfrm>
            <a:off x="5001768" y="3447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MJPEG Streaming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58000" y="3447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Live video over HTTP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46320" y="3931920"/>
            <a:ext cx="54864" cy="20116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8" name="Text 46"/>
          <p:cNvSpPr/>
          <p:nvPr/>
        </p:nvSpPr>
        <p:spPr>
          <a:xfrm>
            <a:off x="5001768" y="3849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REST API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858000" y="3849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Upload &amp; model switch endpoints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4334256"/>
            <a:ext cx="54864" cy="20116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1" name="Text 49"/>
          <p:cNvSpPr/>
          <p:nvPr/>
        </p:nvSpPr>
        <p:spPr>
          <a:xfrm>
            <a:off x="5001768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GPU (CUDA)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58000" y="4251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Optional acceleration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High-level component architecture of the application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00200" cy="1280160"/>
          </a:xfrm>
          <a:prstGeom prst="rect">
            <a:avLst/>
          </a:prstGeom>
          <a:solidFill>
            <a:srgbClr val="1A1A1A"/>
          </a:solidFill>
          <a:ln w="254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51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76D2"/>
                </a:solidFill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976D2"/>
                </a:solidFill>
              </a:rPr>
              <a:t>BROWSER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7830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Chrome / Firefox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0" y="1591056"/>
            <a:ext cx="50292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2176272" y="1499616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00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1600200" cy="1280160"/>
          </a:xfrm>
          <a:prstGeom prst="rect">
            <a:avLst/>
          </a:prstGeom>
          <a:solidFill>
            <a:srgbClr val="1A1A1A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1051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FRONTEND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UI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7830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HTML / CSS / JS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03320" y="1591056"/>
            <a:ext cx="50292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050792" y="1499616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00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77640" y="1005840"/>
            <a:ext cx="1600200" cy="1280160"/>
          </a:xfrm>
          <a:prstGeom prst="rect">
            <a:avLst/>
          </a:prstGeom>
          <a:solidFill>
            <a:srgbClr val="1A1A1A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77640" y="1051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FLASK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BACKEND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77640" y="17830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Python Server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77840" y="1591056"/>
            <a:ext cx="50292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9" name="Text 17"/>
          <p:cNvSpPr/>
          <p:nvPr/>
        </p:nvSpPr>
        <p:spPr>
          <a:xfrm>
            <a:off x="5925312" y="1499616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00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1005840"/>
            <a:ext cx="1600200" cy="1280160"/>
          </a:xfrm>
          <a:prstGeom prst="rect">
            <a:avLst/>
          </a:prstGeom>
          <a:solidFill>
            <a:srgbClr val="1A1A1A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0" y="1051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ENGINE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17830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YOLOv8 / SSD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52360" y="1591056"/>
            <a:ext cx="50292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4" name="Text 22"/>
          <p:cNvSpPr/>
          <p:nvPr/>
        </p:nvSpPr>
        <p:spPr>
          <a:xfrm>
            <a:off x="7799832" y="1499616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00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26680" y="1005840"/>
            <a:ext cx="1600200" cy="1280160"/>
          </a:xfrm>
          <a:prstGeom prst="rect">
            <a:avLst/>
          </a:prstGeom>
          <a:solidFill>
            <a:srgbClr val="1A1A1A"/>
          </a:solidFill>
          <a:ln w="25400">
            <a:solidFill>
              <a:srgbClr val="BDBD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26680" y="10515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DBDBD"/>
                </a:solidFill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DBDBD"/>
                </a:solidFill>
              </a:rPr>
              <a:t>SOURCES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26680" y="17830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Camera / Images / Video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2542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</a:rPr>
              <a:t>DATA FLOW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347472" cy="310896"/>
          </a:xfrm>
          <a:prstGeom prst="rect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2926080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3232" y="2926080"/>
            <a:ext cx="813816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29443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Camera/file input captured by OpenCV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328416"/>
            <a:ext cx="347472" cy="310896"/>
          </a:xfrm>
          <a:prstGeom prst="rect">
            <a:avLst/>
          </a:prstGeom>
          <a:solidFill>
            <a:srgbClr val="FF6B0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332841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" y="3328416"/>
            <a:ext cx="813816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33467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Flask receives frame via MJPEG streaming or upload endpoint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730752"/>
            <a:ext cx="347472" cy="310896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4320" y="373075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3232" y="3730752"/>
            <a:ext cx="813816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Active model (YOLOv8 or SSD) runs inference on frame/image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133088"/>
            <a:ext cx="347472" cy="310896"/>
          </a:xfrm>
          <a:prstGeom prst="rect">
            <a:avLst/>
          </a:prstGeom>
          <a:solidFill>
            <a:srgbClr val="FF6B0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413308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3232" y="4133088"/>
            <a:ext cx="813816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" y="4151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Bounding boxes, labels &amp; confidence scores annotated via OpenCV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535424"/>
            <a:ext cx="347472" cy="310896"/>
          </a:xfrm>
          <a:prstGeom prst="rect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74320" y="453542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</a:rPr>
              <a:t>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3232" y="4535424"/>
            <a:ext cx="813816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" y="45537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Annotated frame encoded as JPEG and streamed to browser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FLOW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Level-0 DFD — End-to-end detection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55448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87552"/>
            <a:ext cx="14630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76D2"/>
                </a:solidFill>
              </a:rPr>
              <a:t>WEBCAM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976D2"/>
                </a:solidFill>
              </a:rPr>
              <a:t>IP CAMERA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367028"/>
            <a:ext cx="146304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External Input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2286000"/>
            <a:ext cx="155448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2359152"/>
            <a:ext cx="14630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76D2"/>
                </a:solidFill>
              </a:rPr>
              <a:t>IMAGE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976D2"/>
                </a:solidFill>
              </a:rPr>
              <a:t>VIDEO 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738628"/>
            <a:ext cx="146304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Uploaded File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06640" y="914400"/>
            <a:ext cx="146304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52360" y="987552"/>
            <a:ext cx="137160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DISPLAY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52360" y="1367028"/>
            <a:ext cx="137160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Live Stream Out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06640" y="2286000"/>
            <a:ext cx="146304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2359152"/>
            <a:ext cx="137160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DOWNLOAD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52360" y="2738628"/>
            <a:ext cx="137160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Annotated File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11680" y="1371600"/>
            <a:ext cx="182880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57400" y="1444752"/>
            <a:ext cx="17373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FLASK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SERVER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1824228"/>
            <a:ext cx="173736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Routing &amp; Upload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0" y="1371600"/>
            <a:ext cx="219456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60520" y="1444752"/>
            <a:ext cx="21031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ENGINE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1824228"/>
            <a:ext cx="210312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YOLOv8 / SSD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0" y="2743200"/>
            <a:ext cx="219456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BDBD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60520" y="2816352"/>
            <a:ext cx="21031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DBDBD"/>
                </a:solidFill>
              </a:rPr>
              <a:t>ANNOTATION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DBDBD"/>
                </a:solidFill>
              </a:rPr>
              <a:t>MODULE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60520" y="3195828"/>
            <a:ext cx="2103120" cy="31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DBDBD"/>
                </a:solidFill>
              </a:rPr>
              <a:t>OpenCV Drawing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0" y="2743200"/>
            <a:ext cx="1828800" cy="822960"/>
          </a:xfrm>
          <a:prstGeom prst="rect">
            <a:avLst/>
          </a:prstGeom>
          <a:solidFill>
            <a:srgbClr val="1A1A1A"/>
          </a:solidFill>
          <a:ln w="25400">
            <a:solidFill>
              <a:srgbClr val="BDBDBD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01168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DBDBD"/>
                </a:solidFill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DBDBD"/>
                </a:solidFill>
              </a:rPr>
              <a:t>STORE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DBDBD"/>
                </a:solidFill>
              </a:rPr>
              <a:t>YOLOv8 / SSD weights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737360" y="1325880"/>
            <a:ext cx="274320" cy="32004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2697480"/>
            <a:ext cx="274320" cy="22860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1783080"/>
            <a:ext cx="27432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1783080"/>
            <a:ext cx="1097280" cy="-45720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783080"/>
            <a:ext cx="1097280" cy="91440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2194560"/>
            <a:ext cx="0" cy="54864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0" y="3154680"/>
            <a:ext cx="118872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3154680"/>
            <a:ext cx="-91440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FUNCTIONAL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Core features the system must support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3474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Live Camera Detection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1508760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447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Access user's webcam or IP camera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746504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824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Continuously capture video frames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984248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202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Process using YOLOv8 or SSD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221992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5798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Display bounding boxes + labels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459736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957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Show confidence scores on-screen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697480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334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Maintain real-time FPS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005840"/>
            <a:ext cx="2743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00584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1051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Image Upload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5848" y="1508760"/>
            <a:ext cx="91440" cy="914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14447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Accept JPG and PNG formats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55848" y="1746504"/>
            <a:ext cx="91440" cy="914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16824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Process with selected model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55848" y="1984248"/>
            <a:ext cx="91440" cy="914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19202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Display annotated result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5848" y="2221992"/>
            <a:ext cx="91440" cy="9144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15798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Enable download of output image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1005840"/>
            <a:ext cx="2743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1005840"/>
            <a:ext cx="2743200" cy="3474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1051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Video Upload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27648" y="1508760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14447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Accept MP4 and AVI formats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7648" y="1746504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16824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Frame-by-frame detection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7648" y="1984248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19202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Display processed video output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27648" y="2221992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215798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Export annotated result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2971800"/>
            <a:ext cx="2743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2971800"/>
            <a:ext cx="27432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3017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Model Selection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048" y="3474720"/>
            <a:ext cx="91440" cy="914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4107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Select YOLOv8 or SSD at runtime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4048" y="3712464"/>
            <a:ext cx="91440" cy="914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3648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Load selected model dynamically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4048" y="3950208"/>
            <a:ext cx="91440" cy="914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38862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Indicate active model in UI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46120" y="2971800"/>
            <a:ext cx="2743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46120" y="2971800"/>
            <a:ext cx="2743200" cy="3474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3" name="Text 51"/>
          <p:cNvSpPr/>
          <p:nvPr/>
        </p:nvSpPr>
        <p:spPr>
          <a:xfrm>
            <a:off x="3337560" y="3017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User Interface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355848" y="3474720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55" name="Text 53"/>
          <p:cNvSpPr/>
          <p:nvPr/>
        </p:nvSpPr>
        <p:spPr>
          <a:xfrm>
            <a:off x="3520440" y="34107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Simple browser-based UI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355848" y="3712464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57" name="Text 55"/>
          <p:cNvSpPr/>
          <p:nvPr/>
        </p:nvSpPr>
        <p:spPr>
          <a:xfrm>
            <a:off x="3520440" y="3648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Responsive design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55848" y="3950208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59" name="Text 57"/>
          <p:cNvSpPr/>
          <p:nvPr/>
        </p:nvSpPr>
        <p:spPr>
          <a:xfrm>
            <a:off x="3520440" y="38862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No client-side installation required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55848" y="4187952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61" name="Text 59"/>
          <p:cNvSpPr/>
          <p:nvPr/>
        </p:nvSpPr>
        <p:spPr>
          <a:xfrm>
            <a:off x="3520440" y="41239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Works in all modern browsers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17920" y="2971800"/>
            <a:ext cx="2743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17920" y="2971800"/>
            <a:ext cx="2743200" cy="3474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4" name="Text 62"/>
          <p:cNvSpPr/>
          <p:nvPr/>
        </p:nvSpPr>
        <p:spPr>
          <a:xfrm>
            <a:off x="6309360" y="3017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</a:rPr>
              <a:t>Security &amp; Upload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327648" y="3474720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66" name="Text 64"/>
          <p:cNvSpPr/>
          <p:nvPr/>
        </p:nvSpPr>
        <p:spPr>
          <a:xfrm>
            <a:off x="6492240" y="34107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Validate file type &amp; size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27648" y="3712464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68" name="Text 66"/>
          <p:cNvSpPr/>
          <p:nvPr/>
        </p:nvSpPr>
        <p:spPr>
          <a:xfrm>
            <a:off x="6492240" y="3648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Sanitize file inputs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327648" y="3950208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70" name="Text 68"/>
          <p:cNvSpPr/>
          <p:nvPr/>
        </p:nvSpPr>
        <p:spPr>
          <a:xfrm>
            <a:off x="6492240" y="38862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Prevent malicious uploads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327648" y="4187952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72" name="Text 70"/>
          <p:cNvSpPr/>
          <p:nvPr/>
        </p:nvSpPr>
        <p:spPr>
          <a:xfrm>
            <a:off x="6492240" y="41239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Handle server-side errors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NON-FUNCTIONAL REQUIREMENTS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Performance, security and usability benchmarks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" cy="169164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≥15 FPS (CPU)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≥30 FPS (GPU)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Minimum inference speed for live video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05840"/>
            <a:ext cx="91440" cy="1691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</a:rPr>
              <a:t>Availability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9856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99% Uptime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19856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Reliable server availability for multi-user access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00584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05840"/>
            <a:ext cx="91440" cy="169164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4224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Input Validated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64224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Strict file type/size validation to prevent attacks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91440" cy="1691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Usability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Zero Install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Browser-only access, no client installation needed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292608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926080"/>
            <a:ext cx="91440" cy="169164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7" name="Text 25"/>
          <p:cNvSpPr/>
          <p:nvPr/>
        </p:nvSpPr>
        <p:spPr>
          <a:xfrm>
            <a:off x="3419856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9856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Multi-User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19856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Flask server handles multiple concurrent sessions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63056" y="2926080"/>
            <a:ext cx="274320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926080"/>
            <a:ext cx="91440" cy="1691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2" name="Text 30"/>
          <p:cNvSpPr/>
          <p:nvPr/>
        </p:nvSpPr>
        <p:spPr>
          <a:xfrm>
            <a:off x="6364224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</a:rPr>
              <a:t>Accuracy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64224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COCO Dataset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64224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Trained on 80-class COCO benchmark dataset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MODULE BREAKDOWN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Key source modules and their responsibilities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0392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5669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03120" y="1097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Flask Entry Point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0972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Route definitions, server startup, upload handling, streaming endpoints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850392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64208"/>
            <a:ext cx="73152" cy="5669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556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detection.py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03120" y="1755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Inference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17556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Loads YOLOv8/SSD model, processes frames, returns annotated results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850392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22576"/>
            <a:ext cx="73152" cy="5669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140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camera.py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03120" y="24140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Camera Handler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41401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OpenCV camera capture loop, MJPEG frame generator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850392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80944"/>
            <a:ext cx="73152" cy="5669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723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utils.py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103120" y="30723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Helper Functions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307238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File validation, image I/O, bounding box drawing, confidence formatting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39312"/>
            <a:ext cx="850392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39312"/>
            <a:ext cx="73152" cy="566928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307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103120" y="37307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HTML Templates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373075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Jinja2 HTML views: index, results, upload pages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97680"/>
            <a:ext cx="8503920" cy="56692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297680"/>
            <a:ext cx="73152" cy="566928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389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static/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103120" y="4389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 Assets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6240" y="43891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CSS styles, JavaScript for live stream and UI interactions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Planned enhancements and research directions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85800" cy="1234440"/>
          </a:xfrm>
          <a:prstGeom prst="rect">
            <a:avLst/>
          </a:prstGeom>
          <a:solidFill>
            <a:srgbClr val="FF6B00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F1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115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Edge Deployment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4447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Port the detection pipeline to Raspberry Pi and Jetson Nano for offline embedded use cases in smart cameras and IoT systems.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685800" cy="1234440"/>
          </a:xfrm>
          <a:prstGeom prst="rect">
            <a:avLst/>
          </a:prstGeom>
          <a:solidFill>
            <a:srgbClr val="1976D2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0584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6D2"/>
                </a:solidFill>
              </a:rPr>
              <a:t>F2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13832" y="1115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</a:rPr>
              <a:t>Custom Model Training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13832" y="14447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Fine-tune YOLOv8 on domain-specific datasets (e.g., medical imaging, industrial defect detection) for specialized applications.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411480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95728"/>
            <a:ext cx="685800" cy="1234440"/>
          </a:xfrm>
          <a:prstGeom prst="rect">
            <a:avLst/>
          </a:prstGeom>
          <a:solidFill>
            <a:srgbClr val="FF6B00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395728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F3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25054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Multi-Camera Streams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28346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Support simultaneous feeds from multiple cameras in a single dashboard with per-stream model assignment.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395728"/>
            <a:ext cx="411480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95728"/>
            <a:ext cx="685800" cy="1234440"/>
          </a:xfrm>
          <a:prstGeom prst="rect">
            <a:avLst/>
          </a:prstGeom>
          <a:solidFill>
            <a:srgbClr val="1565C0">
              <a:alpha val="7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395728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F4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13832" y="25054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Object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13832" y="28346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Integrate DeepSORT or ByteTrack for persistent object ID tracking across video frames and camera views.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85616"/>
            <a:ext cx="411480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85616"/>
            <a:ext cx="685800" cy="1234440"/>
          </a:xfrm>
          <a:prstGeom prst="rect">
            <a:avLst/>
          </a:prstGeom>
          <a:solidFill>
            <a:srgbClr val="FF6B00">
              <a:alpha val="7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785616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F5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38953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Cloud Deployment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992" y="422452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Deploy to AWS/GCP with containerization (Docker + Kubernetes) for auto-scaling production workloads.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785616"/>
            <a:ext cx="411480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785616"/>
            <a:ext cx="685800" cy="1234440"/>
          </a:xfrm>
          <a:prstGeom prst="rect">
            <a:avLst/>
          </a:prstGeom>
          <a:solidFill>
            <a:srgbClr val="FF6B00">
              <a:alpha val="7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785616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</a:rPr>
              <a:t>F6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13832" y="38953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Alert &amp; Notification System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13832" y="422452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</a:rPr>
              <a:t>Trigger real-time alerts when specific objects (e.g., person, weapon) are detected above a threshold confidence.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DBD"/>
                </a:solidFill>
              </a:rPr>
              <a:t>Summary and key takeaways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0392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5F5"/>
                </a:solidFill>
              </a:rPr>
              <a:t>This project successfully demonstrates a real-time object detection web application leveraging state-of-the-art deep learning models (YOLOv8, SSD) deployed through a Python Flask server. The system provides an intuitive browser interface supporting live camera feeds, media uploads, model switching, and annotated result visualization — all accessible without client-side installation.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1965960" cy="91440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5420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00"/>
                </a:solidFill>
              </a:rPr>
              <a:t>≥15 FPS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29443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Real-time CPU inference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2468880"/>
            <a:ext cx="1965960" cy="91440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25420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00"/>
                </a:solidFill>
              </a:rPr>
              <a:t>2 Models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23160" y="29443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YOLOv8 &amp; SSD supported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468880"/>
            <a:ext cx="1965960" cy="91440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5420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00"/>
                </a:solidFill>
              </a:rPr>
              <a:t>80 Classes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29443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COCO dataset coverage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2468880"/>
            <a:ext cx="1965960" cy="91440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54203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00"/>
                </a:solidFill>
              </a:rPr>
              <a:t>3 Input Modes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20840" y="29443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Camera, image &amp; video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03920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63931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00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74320" y="413308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BDBD"/>
                </a:solidFill>
              </a:rPr>
              <a:t>Open for Questions &amp; Discussion  |  Guided by: [Faculty Name]  |  B.Tech CSE — 2024-25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Object Detection Web Application</dc:title>
  <dc:subject>PptxGenJS Presentation</dc:subject>
  <dc:creator>PptxGenJS</dc:creator>
  <cp:lastModifiedBy>PptxGenJS</cp:lastModifiedBy>
  <cp:revision>1</cp:revision>
  <dcterms:created xsi:type="dcterms:W3CDTF">2026-04-23T10:22:52Z</dcterms:created>
  <dcterms:modified xsi:type="dcterms:W3CDTF">2026-04-23T10:22:52Z</dcterms:modified>
</cp:coreProperties>
</file>